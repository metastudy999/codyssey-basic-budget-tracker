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 Codyssey file transfer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PDF / PPTX -&gt; WSL2 mission folder -&gt; GitHub</a:t>
            </a:r>
          </a:p>
          <a:p>
            <a:r>
              <a:t>Synthetic integration-test artifacts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