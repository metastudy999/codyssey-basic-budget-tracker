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9536" y="1261872"/>
            <a:ext cx="1389888" cy="7772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423160"/>
            <a:ext cx="105156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b="1" sz="2500">
                <a:solidFill>
                  <a:srgbClr val="EAF3FF"/>
                </a:solidFill>
                <a:latin typeface="Aptos Display"/>
              </a:defRPr>
            </a:pPr>
            <a:r>
              <a:t>Agent Codyssey ChatGPT-generated document transfer verification - 2026-10-30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5696712"/>
            <a:ext cx="10515600" cy="12801"/>
          </a:xfrm>
          <a:prstGeom prst="rect">
            <a:avLst/>
          </a:prstGeom>
          <a:solidFill>
            <a:srgbClr val="586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